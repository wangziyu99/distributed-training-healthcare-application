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6d8a625b2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6d8a625b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motivation is that 1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3fe06104d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3fe0610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parts, multi-modal data, including the medical care data from the hospital, the medication record, age, gender of the patient and etc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13fe06104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13fe0610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show a use case for our system.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13fe06104d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13fe06104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13fe06104d_1_1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13fe06104d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1c96b278fd_1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1c96b278fd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evaluated our system in different ways, first is the confusion matrix, we can see that the TN and TP is significantly more than FN and NP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1c96b278fd_1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1c96b278fd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the ROC curve, our AUC is more than 70%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1c96b278fd_1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1c96b278f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also use PCA to see the feature importance to get some knowledge about the pre-trained model.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A computational resource-</a:t>
            </a:r>
            <a:r>
              <a:rPr lang="en" sz="2900"/>
              <a:t>friendly</a:t>
            </a:r>
            <a:r>
              <a:rPr lang="en" sz="2900"/>
              <a:t> prediction system for health condition</a:t>
            </a:r>
            <a:endParaRPr sz="29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/>
              <a:t>Group 9</a:t>
            </a:r>
            <a:r>
              <a:rPr b="1" lang="en" sz="2300"/>
              <a:t>: Wenjun Huang, Ziyu Wang, Yang Liu</a:t>
            </a:r>
            <a:endParaRPr b="1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Management of  in hospitalized patients has a significant bearing on outcomes, in terms of both morbidity and mortality. Therefore, it is desirable to build a model for the assessments of diabetes and advice for future care.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However, the explosively increasing amount of data introduces a challenge to the model training, i.e. the insufficient computational resources in the local machine.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We propose a distributed recommendation system that trains the model using a few computation-limited machines and generates personalized advice by using some desensitized data.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2000"/>
            <a:ext cx="7079926" cy="5309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782850" y="4987550"/>
            <a:ext cx="75783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•Master: Data partitioning, model aggregation, and providing inference service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•Worker: Operate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training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tasks.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•HDFS: Hadoop distributed file system.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850" y="700575"/>
            <a:ext cx="6824426" cy="420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/>
        </p:nvSpPr>
        <p:spPr>
          <a:xfrm>
            <a:off x="305850" y="4983125"/>
            <a:ext cx="8532300" cy="16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Request process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Hospital sends query to master to get prediction result.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Update process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Hospital sends update signal to master if the number of new data reaches a threshold. When the master receives the update signal, it updates the model.</a:t>
            </a:r>
            <a:endParaRPr sz="17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3">
            <a:alphaModFix/>
          </a:blip>
          <a:srcRect b="4420" l="3153" r="3265" t="4802"/>
          <a:stretch/>
        </p:blipFill>
        <p:spPr>
          <a:xfrm>
            <a:off x="1391325" y="473650"/>
            <a:ext cx="6127800" cy="4283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Major implementation ideas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5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construct our distributed system on AWS EC2 VMs.</a:t>
            </a:r>
            <a:endParaRPr sz="15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</a:pPr>
            <a:r>
              <a:rPr lang="en" sz="1500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Data engineering for feature extraction includes but not limited to normalization, PCA, one-hot encoding, label smoothing, etc.</a:t>
            </a:r>
            <a:endParaRPr sz="15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5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train the model with the help of Python machine learning libraries, such as PySpark and scikit-learn, etc.</a:t>
            </a:r>
            <a:endParaRPr sz="15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</a:pPr>
            <a:r>
              <a:rPr lang="en" sz="15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order to deploy the distributed training, we use the library PySpark.</a:t>
            </a:r>
            <a:endParaRPr sz="15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Results</a:t>
            </a:r>
            <a:endParaRPr sz="15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○"/>
            </a:pPr>
            <a:r>
              <a:rPr lang="en" sz="150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deliver a distributed system with a lightweight machine learning algorithm that can assess diabetes and give advice for future care.</a:t>
            </a:r>
            <a:endParaRPr sz="15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1675" y="1443925"/>
            <a:ext cx="5267601" cy="433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2477" y="1356877"/>
            <a:ext cx="6119050" cy="48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4150" y="1536613"/>
            <a:ext cx="680085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